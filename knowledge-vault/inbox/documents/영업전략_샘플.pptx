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2026 상반기 영업 전략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범용 자료정리 데모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핵심 과제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갱신 임박 고객 관리</a:t>
            </a:r>
          </a:p>
          <a:p>
            <a:r>
              <a:t>자녀보험 미가입 타깃</a:t>
            </a:r>
          </a:p>
          <a:p>
            <a:r>
              <a:t>신규 디지털 채널 확대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